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まだ道具は触りません。先に「何を楽にしたいか」を決めます。ここを飛ばすと、第3章でClaude Codeが動いたあと「で、何をさせよう」で止まります。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【2-1】いきなり「何を自動化したいですか」と聞かれても、たぶん出てきません。面倒な作業ほど、慣れてしまって意識に上らないからです。
なので先に、1週間ぶんの作業を全部書き出します。
いちばん正確なのは、1週間ほんとうに記録を取ることです。でもそれを待つと止まってしまうので、まずは思い出せる範囲で書いてください。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【2-2】書き出した中から選びます。基準は3つです。毎週やる。手順が決まっている。判断が少ない。
ふたつめが大事です。人に説明できる作業は、AIにも説明できます。「新しく入った人に、口で説明して任せられるか」で考えてみてください。
○が3つ揃ったものを選びます。揃わなければ、まだ早いということです。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【2-2】ひとつめ、毎週やること。年に1回の作業を楽にしても、割に合いません。毎週やるものなら、1回30分の短縮でも年に25時間返ってきます。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【2-3】逆に、最初には選ばないほうがいい作業を挙げます。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【2-3】ここで、よく言われることがあります。「でも、それが一番面倒なんです」と。分かります。面倒な作業ほど、判断が多いものです。
その場合は分解してください。たとえば提案書づくりなら、「何を提案するか決める」のはあなたの仕事のまま。「決めたことを、いつもの形に流し込む」のは渡せます。
※ この図は第1章1-2の「下ごしらえ」の図と同じ形にしてあります。つながりを口頭でも言うこと。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【2-4】ここは手を動かす回です。動画を止めて、実際にやってください。ここで選べていないと、このあとの章が「見るだけ」になってしまいます。
全部で15分ほどです。選んだら、その紙かファイルを手元に置いたまま次の章に進んでください。第4章でそのまま使います。
※ このスライドを出したまま15分置くか、短い本にして「止めてください」で終わるかは、撮ってみて決めること。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【2-4】選んだ紙を手元に置いたまま、次に進んでください。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371600"/>
            <a:ext cx="7772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200" kern="0" dirty="0">
                <a:solidFill>
                  <a:srgbClr val="E8A3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シクミAIコンサル / 講座プラン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685800" y="1828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第2章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" y="2359152"/>
            <a:ext cx="7772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自分の「面倒な作業」を見つける</a:t>
            </a:r>
            <a:endParaRPr lang="en-US" sz="3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まず、1週間ぶんを全部書き出す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8046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682496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6824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51790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月曜の朝から金曜の夕方まで、順番に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371600" y="184708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ひな形集の「作業の棚卸しシート」を使ってください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468880"/>
            <a:ext cx="8046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88336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7240" y="268833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52374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粒度は「週次報告書を作る」くらい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1371600" y="285292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「メールを見る」は細かすぎます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548640" y="3474720"/>
            <a:ext cx="8046720" cy="841248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77240" y="3694176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7240" y="369417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371600" y="3529584"/>
            <a:ext cx="70408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目安は、30分以上かかるもの</a:t>
            </a:r>
            <a:endParaRPr lang="en-US" sz="1550" dirty="0"/>
          </a:p>
        </p:txBody>
      </p:sp>
      <p:sp>
        <p:nvSpPr>
          <p:cNvPr id="17" name="Text 15"/>
          <p:cNvSpPr/>
          <p:nvPr/>
        </p:nvSpPr>
        <p:spPr>
          <a:xfrm>
            <a:off x="1371600" y="3858768"/>
            <a:ext cx="7040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それ未満は、いま無視して構いません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548640" y="411480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面倒な作業ほど、慣れてしまって意識に上りません。だから先に書き出します。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選ぶ基準は、3つだけ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35936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719072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" y="2267712"/>
            <a:ext cx="2060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毎週やる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" y="2871216"/>
            <a:ext cx="20604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年に1回の作業を楽にしても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割に合いません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04032" y="1463040"/>
            <a:ext cx="2535936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41776" y="1719072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76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41776" y="2267712"/>
            <a:ext cx="2060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手順が決まっている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41776" y="2871216"/>
            <a:ext cx="20604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人に説明できる作業は、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AIにも説明できます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59424" y="1463040"/>
            <a:ext cx="2535936" cy="2240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97168" y="1719072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7168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97168" y="2267712"/>
            <a:ext cx="2060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判断が少ない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97168" y="2871216"/>
            <a:ext cx="2060448" cy="630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判断が多いと、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間違いに気づけません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48640" y="3886200"/>
            <a:ext cx="8046720" cy="731520"/>
          </a:xfrm>
          <a:prstGeom prst="rect">
            <a:avLst/>
          </a:prstGeom>
          <a:solidFill>
            <a:srgbClr val="FFF6E6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8680" y="388620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5B0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この3つに○△×をつけるだけ。点数の計算は要りません。○が3つ揃ったものを選びます。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「毎週やる」にこだわる理由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600200"/>
            <a:ext cx="804672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68680" y="1783080"/>
            <a:ext cx="74066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E8A3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25</a:t>
            </a:r>
            <a:pPr indent="0" marL="0">
              <a:buNone/>
            </a:pPr>
            <a:r>
              <a:rPr lang="en-US" sz="22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  時間 / 年</a:t>
            </a:r>
            <a:endParaRPr lang="en-US" sz="6200" dirty="0"/>
          </a:p>
        </p:txBody>
      </p:sp>
      <p:sp>
        <p:nvSpPr>
          <p:cNvPr id="5" name="Text 3"/>
          <p:cNvSpPr/>
          <p:nvPr/>
        </p:nvSpPr>
        <p:spPr>
          <a:xfrm>
            <a:off x="868680" y="292608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1回30分の短縮 × 週1回 × 年50週。毎週やる作業なら、これだけ返ってきます。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3749040"/>
            <a:ext cx="8046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※ 削減できる時間は作業内容によって変わります。上の数字は考え方を示すための一例です。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最初に選んではいけない作業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535936" cy="2606040"/>
          </a:xfrm>
          <a:prstGeom prst="rect">
            <a:avLst/>
          </a:prstGeom>
          <a:solidFill>
            <a:srgbClr val="1A2942"/>
          </a:solidFill>
          <a:ln w="12700">
            <a:solidFill>
              <a:srgbClr val="2C426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86384" y="1719072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86384" y="2267712"/>
            <a:ext cx="2060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お客様に直接届くもの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86384" y="2871216"/>
            <a:ext cx="206044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D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送信メール、提案書、請求書。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EBD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間違いがそのまま外に出ます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304032" y="1463040"/>
            <a:ext cx="2535936" cy="2606040"/>
          </a:xfrm>
          <a:prstGeom prst="rect">
            <a:avLst/>
          </a:prstGeom>
          <a:solidFill>
            <a:srgbClr val="1A2942"/>
          </a:solidFill>
          <a:ln w="12700">
            <a:solidFill>
              <a:srgbClr val="2C426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541776" y="1719072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541776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541776" y="2267712"/>
            <a:ext cx="2060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毎回やり方が違うもの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541776" y="2871216"/>
            <a:ext cx="206044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D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手順が決まっていないので、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EBD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頼みようがありません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059424" y="1463040"/>
            <a:ext cx="2535936" cy="2606040"/>
          </a:xfrm>
          <a:prstGeom prst="rect">
            <a:avLst/>
          </a:prstGeom>
          <a:solidFill>
            <a:srgbClr val="1A2942"/>
          </a:solidFill>
          <a:ln w="12700">
            <a:solidFill>
              <a:srgbClr val="2C426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297168" y="1719072"/>
            <a:ext cx="402336" cy="402336"/>
          </a:xfrm>
          <a:prstGeom prst="ellipse">
            <a:avLst/>
          </a:prstGeom>
          <a:solidFill>
            <a:srgbClr val="E8A33D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97168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6297168" y="2267712"/>
            <a:ext cx="206044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自分でも説明できないもの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297168" y="2871216"/>
            <a:ext cx="2060448" cy="996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AEBD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「なんとなくこうしてる」は、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AEBDD2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まだ言葉になっていません</a:t>
            </a:r>
            <a:endParaRPr lang="en-US" sz="12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「でも、それが一番面倒なんです」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1617C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面倒な作業ほど、判断が多いものです。丸ごと渡そうとせず、分解してください。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8046720" cy="1234440"/>
          </a:xfrm>
          <a:prstGeom prst="rect">
            <a:avLst/>
          </a:prstGeom>
          <a:solidFill>
            <a:srgbClr val="FFFFFF"/>
          </a:solidFill>
          <a:ln w="25400">
            <a:solidFill>
              <a:srgbClr val="2445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837944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24457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あなたの仕事のまま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868680" y="2167128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何を提案するか決める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48640" y="299008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E8A3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▼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319272"/>
            <a:ext cx="8046720" cy="1234440"/>
          </a:xfrm>
          <a:prstGeom prst="rect">
            <a:avLst/>
          </a:prstGeom>
          <a:solidFill>
            <a:srgbClr val="FFF6E6"/>
          </a:solidFill>
          <a:ln w="25400">
            <a:solidFill>
              <a:srgbClr val="E8A3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3465576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8A5B0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渡せる部分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868680" y="3794760"/>
            <a:ext cx="722376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決めたことを、いつもの形に流し込む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7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20624"/>
            <a:ext cx="804672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ワーク:動画を止めて、やってみてください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8046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77240" y="1719072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719072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1週間の作業を書き出す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48640" y="2432304"/>
            <a:ext cx="8046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2596896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" y="2596896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371600" y="2432304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3つの基準で○△×をつける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548640" y="3310128"/>
            <a:ext cx="80467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DCE5EC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777240" y="3474720"/>
            <a:ext cx="402336" cy="402336"/>
          </a:xfrm>
          <a:prstGeom prst="ellipse">
            <a:avLst/>
          </a:prstGeom>
          <a:solidFill>
            <a:srgbClr val="24457F"/>
          </a:solidFill>
          <a:ln w="12700">
            <a:solidFill>
              <a:srgbClr val="24457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47472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371600" y="3310128"/>
            <a:ext cx="7040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F1D33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○が3つのものを選ぶ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48640" y="3703320"/>
            <a:ext cx="8046720" cy="731520"/>
          </a:xfrm>
          <a:prstGeom prst="rect">
            <a:avLst/>
          </a:prstGeom>
          <a:solidFill>
            <a:srgbClr val="FFF6E6"/>
          </a:solidFill>
          <a:ln w="12700">
            <a:solidFill>
              <a:srgbClr val="E8A33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3703320"/>
            <a:ext cx="7406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A5B0B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3つ選べなくても大丈夫です。1つでも構いません。5つ以上ある場合は、3つに絞ってください。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D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1783080"/>
            <a:ext cx="77724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選べましたか。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731520" y="3246120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spc="100" kern="0" dirty="0">
                <a:solidFill>
                  <a:srgbClr val="E8A33D"/>
                </a:solidFill>
                <a:latin typeface="Noto Sans JP" pitchFamily="34" charset="0"/>
                <a:ea typeface="Noto Sans JP" pitchFamily="34" charset="-122"/>
                <a:cs typeface="Noto Sans JP" pitchFamily="34" charset="-120"/>
              </a:rPr>
              <a:t>第3章  Claude Codeを使えるようにする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第2章 自分の「面倒な作業」を見つける</dc:title>
  <dc:subject>PptxGenJS Presentation</dc:subject>
  <dc:creator>シクミAIコンサル</dc:creator>
  <cp:lastModifiedBy>シクミAIコンサル</cp:lastModifiedBy>
  <cp:revision>1</cp:revision>
  <dcterms:created xsi:type="dcterms:W3CDTF">2026-08-20T07:48:31Z</dcterms:created>
  <dcterms:modified xsi:type="dcterms:W3CDTF">2026-08-20T07:48:31Z</dcterms:modified>
</cp:coreProperties>
</file>