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この章では、まだClaude Codeを触りません。先に「AIに何をどう頼むか」の考え方を入れます。道具を触る前に頭ができていないと、第3章で手が止まります。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【1-1】まず、AIが苦手なことから話します。順番が逆に思えるかもしれませんが、ここを先に知っておくと、あとで無駄に悩まずに済みます。
ひとつめ。AIは平気で間違えます。しかも自信たっぷりに答えます。だから出てきたものを人が確かめる工程は、必ず要ります。
ふたつめ。AIはあなたの会社の事情を知りません。
みっつめ。AIは責任を取れません。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【1-1】ここから分かるのは、最初にAIに任せるべき作業の条件です。間違いに気づける作業。取り返しがつく作業。この2つを満たすものから始めます。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【1-2】では得意なことです。ひとことで言うと「決まった形に整えること」です。
どれも、あなたが手でやれば必ずできるけれど、時間だけかかる作業です。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【1-2】あなたにしかできない判断は、AIには渡せません。「この案件、今週報告すべきか」といった判断です。
そこはあなたが持ったまま、その手前の下ごしらえだけを渡す。これがこの講座の考え方です。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【1-3】ここがこの章でいちばん大事なところです。AIへのお願いには、3つ入れれば足ります。
何を。どうしてほしいか。どんな形で。この3つです。難しい言葉は要りません。人にお願いするときと同じです。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【1-3】よくある失敗が、3つめを言わないことです。「まとめておいて」だけだと、AIは自分の好きな形でまとめます。それが自分の欲しい形と違うので「使えない」となる。
見本を見せるのが、いちばん手っ取り早いです。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【1-4】思ったものが出てこなかったとき、最初から書き直す必要はありません。そのまま「ここをこうして」と続けて言えば直ります。
直し方には順番があります。まず、どこが違うのかを具体的に言う。それでも直らないときは、頼み方を変える。途中でおかしくなったら、新しく始め直す。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【1-5】「会社の情報をAIに入れて大丈夫なのか」——いちばん多い心配だと思います。
まず前提として、これは会社ごとにルールが違います。「大丈夫です」と私が言い切れる話ではありません。なので、渡さずに済ませる方法を2つお伝えします。
※ 特定のAIサービスの規約内容は断定しないこと。「安全です」と言い切らないこと。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【1-5】会社のルールが分からない場合、確認するとよいのは3つです。この3つを情報システム部門か上長に聞けば、たいてい話が進みます。
※ このスライドは、そのまま上長に送れる文面にしておくこと。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【1-5】最後に、これだけは。お客様の個人情報と、まだ公表していない数字。この2つは、判断がつかないうちは渡さないでください。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【1-7】この章では、AIに何をどう頼むかを見てきました。覚えておいてほしいのは3つです。
次の章では、いよいよあなたの仕事の中から「任せる作業」を選びます。紙とペン、または開いたままにできるパソコンを用意してください。手を動かす回です。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【1-7】紙とペン、または開いたままにできるパソコンを用意してください。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シクミAIコンサル / 講座プラン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35915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仕事でAIを使うための基礎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まず、AIが苦手なことから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35936" cy="274320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71907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26771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平気で間違えます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871216"/>
            <a:ext cx="20604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しかも自信たっぷりに答えます。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「たぶん違うかも」とは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言ってくれません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04032" y="1463040"/>
            <a:ext cx="2535936" cy="274320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1776" y="171907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76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1776" y="226771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あなたの会社を知りません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1776" y="2871216"/>
            <a:ext cx="20604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社内の言い回し、暗黙のルール、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この人にはこう書くという配慮。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教えなければ分かりません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59424" y="1463040"/>
            <a:ext cx="2535936" cy="274320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7168" y="171907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716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7168" y="226771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責任を取れません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7168" y="2871216"/>
            <a:ext cx="20604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間違ったまま出した資料の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責任は、出した人にあります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だから、最初に任せる作業は2つの条件で選ぶ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391363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737360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286000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間違いに気づける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889504"/>
            <a:ext cx="34381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出てきたものを見て、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「これは違う」と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自分で判断できる作業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81728" y="1481328"/>
            <a:ext cx="391363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19472" y="1737360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2286000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取り返しがつく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19472" y="2889504"/>
            <a:ext cx="34381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間違えても直せる。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いきなり外に出ていかない作業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solidFill>
            <a:srgbClr val="FFF6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319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5B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いきなり「お客様に直接送るメール」を任せてはいけません。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得意なのは「決まった形に整えること」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9047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90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散らばったメモを1つにまとめる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66544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3969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39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06654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長い文章を短くする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788920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71576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同じ形式に揃える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364992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438144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649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表から数字を拾って集計する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80467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87368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014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ファイルの名前を規則どおりに付け替える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どれも、あなたが手でやれば必ずできるけれど、時間だけかかる作業です。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渡すのは、判断の手前まで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0467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445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6362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5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あなたが持ったまま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68680" y="1892808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この案件、今週報告すべきか — という判断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7157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8046720" cy="1234440"/>
          </a:xfrm>
          <a:prstGeom prst="rect">
            <a:avLst/>
          </a:prstGeom>
          <a:solidFill>
            <a:srgbClr val="FFF6E6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9125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AIに渡す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そのための下ごしらえ(集める・整える・形にする)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お願いに入れるのは、3つだけ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8249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1790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184708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材料です。「このフォルダの先週分の会議メモを」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8833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52374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どうしてほしいか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71600" y="285292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してほしいことです。「まとめて、報告書の下書きにして」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69417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52958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どんな形で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71600" y="385876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出来上がりの形です。「先月の報告書と同じ形で」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難しい言葉は要りません。新しく入った人に仕事を頼むときと同じです。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よくある失敗:3つめを言わない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046720" cy="105156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7276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「まとめておいて」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AIは自分の好きな形でまとめます。欲しい形と違うので「使えない」となる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1051560"/>
          </a:xfrm>
          <a:prstGeom prst="rect">
            <a:avLst/>
          </a:prstGeom>
          <a:solidFill>
            <a:srgbClr val="FFF6E6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5292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「先月の報告書と同じ形で、まとめておいて」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5B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見本を見せるのが、いちばん手っ取り早い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思ったとおりに出ないときの順番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8249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1790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どこが違うのかを、具体的に言う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184708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「なんか違う」では直りません。「長すぎる」「この項目が抜けている」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8833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52374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それでも直らないなら、頼み方を変える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71600" y="285292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同じ言い方で3回粘るより、材料の渡し方や見本を変えるほうが早い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69417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52958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おかしくなったら、新しく始め直す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71600" y="385876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長いやりとりは、だんだん噛み合わなくなることがあります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最初から書き直す必要はありません。会話の続きとして直せます。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会社の情報を、渡さずに済ませる2つの方法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91363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71907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267712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伏せる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871216"/>
            <a:ext cx="34381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会社名を「A社」、人の名前を「担当者」、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金額を「◯円」に置き換えて渡す。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形を整えるだけなら、中身が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本物である必要はありません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81728" y="1463040"/>
            <a:ext cx="391363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19472" y="171907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2267712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作りものを使う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19472" y="2871216"/>
            <a:ext cx="34381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中身は架空のデータで仕組みを作り、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できあがってから本物を通す。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作っている最中に、本物は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要りません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会社のルールが分からないときに、聞くこと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1907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生成AIの業務利用について、決まりはありますか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8046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9689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432304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使ってよいサービスは決まっていますか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8046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474720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31012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持ち出してはいけない情報の種類は定義されていますか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8046720" cy="685800"/>
          </a:xfrm>
          <a:prstGeom prst="rect">
            <a:avLst/>
          </a:prstGeom>
          <a:solidFill>
            <a:srgbClr val="FFF6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033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5B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この3つを情報システム部門か上長に聞けば、たいてい話が進みます。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判断がつかないうちは、渡さない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913632" cy="146304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99339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542032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お客様の個人情報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81728" y="1737360"/>
            <a:ext cx="3913632" cy="146304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19472" y="199339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19472" y="2542032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まだ公表していない数字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この2つは、会社のルールを確かめるまで渡さないでください。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この章のまとめ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8046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765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76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間違えるものだから、確かめる工程を残す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8046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729484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294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54203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お願いには、何を・どうしてほしいか・どんな形で、を入れる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83864"/>
            <a:ext cx="8046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67131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713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48386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本物の情報は、作っている最中には渡さなくていい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83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次は、任せる作業を選びます。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  自分の「面倒な作業」を見つける — 手を動かす回です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仕事でAIを使うための基礎</dc:title>
  <dc:subject>PptxGenJS Presentation</dc:subject>
  <dc:creator>シクミAIコンサル</dc:creator>
  <cp:lastModifiedBy>シクミAIコンサル</cp:lastModifiedBy>
  <cp:revision>1</cp:revision>
  <dcterms:created xsi:type="dcterms:W3CDTF">2026-08-20T07:48:31Z</dcterms:created>
  <dcterms:modified xsi:type="dcterms:W3CDTF">2026-08-20T07:48:31Z</dcterms:modified>
</cp:coreProperties>
</file>