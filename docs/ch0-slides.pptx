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【0-1】はじめまして。シクミAIコンサルの大熊太郎です。この講座を選んでいただいて、ありがとうございます。
最初にお伝えしておきたいことがあります。これは「AIの使い方を覚える講座」ではありません。あなたが毎週やっている面倒な作業を1つ選んで、それをAIに任せる形を作るための講座です。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【0-2】この講座を見終わったときに、あなたができるようになっていることは4つです。
1つめ。自分の仕事の中から「AIに任せられそうな作業」を3つ挙げられる。
2つめ。自分のパソコンでClaude Codeを動かして、日本語で指示が出せる。
3つめ。用意したひな形を使って、1つの作業の下書きをAIに作らせられる。
4つめ。うまくいかないときに、自分で直す手順を持っている。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【0-2】逆に、この講座がやらないこともはっきり言っておきます。
あなたの業務に合わせた設計は、この講座には含まれません。動画は、私が用意した例で進みます。あなたの会社の事情、扱っている情報の種類、上司への説明の仕方——そういう個別のことは、動画では扱えません。
そこまでやりたい方のために伴走プランがあります。ただ、まずはこの講座を一周してみてください。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【0-2】この講座と伴走プランの違いです。いちばん下の行を見てください。この講座のゴールは「やり方が分かる」ところまで。伴走プランは「作業が1つ、実際に終わる」ところまでをお約束しています。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【0-3】進め方です。順番に見てください。とばすと後半で困ります。
そして、見るだけでは身につきません。第2章と第4章には、実際に手を動かす回があります。そこは動画を止めて、自分でやってから先に進んでください。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【0-3】用意していただくものは3つです。
ひとつ、インターネットにつながるパソコン。WindowsでもMacでもかまいません。
ふたつ、Claudeのアプリ。無料でダウンロードできます。入れ方は第3章でやります。
みっつ、AIの利用料。これは受講料とは別に、月に数千円ほどかかります。無料で試せる範囲もあるので、そこも第3章でご案内します。
※金額は口頭でも「月に数千円ほど」までにとどめること。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【0-3】質問について。動画の内容についてのご質問を、30日間お受けします。「この手順のとおりにやったが動かない」といったものです。窓口はメールで、平日3営業日以内にお返しします。
あなたの業務そのものをどう設計するかというご相談は、伴走プランの範囲になります。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【0-3】では、始めましょう。
(次章へのつなぎカット)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シクミAIコンサル / 講座プラン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第0章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この講座で、どこまでやるか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この講座を見終わると、できること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362456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6304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3624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自分の仕事から「AIに任せられそうな作業」を3つ挙げられる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57984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258568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1579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自分のパソコンでClaude Codeを動かし、日本語で指示が出せる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0540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95351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ひな形を使って、1つの作業の下書きをAIに作らせられる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849624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749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うまくいかないとき、自分で直す手順を持っている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この講座が、やらないこと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あなたの業務に合わせた設計は、含まれません。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動画は、こちらで用意した例で進みます。次の3つは、動画では扱えません。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505456" cy="96012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514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あなたの会社の事情に合わせた設計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73552" y="2514600"/>
            <a:ext cx="2505456" cy="96012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14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扱う情報の種類に応じた個別の判断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98464" y="2514600"/>
            <a:ext cx="2505456" cy="96012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251460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社内や上司への説明の仕方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そこまでやりたい方のために、伴走プランがあります。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講座プランと、伴走プラン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5661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この講座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伴走プラン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57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進め方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動画を見て、自分で手を動かす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月2回、一緒に手を動かす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題材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こちらで用意した例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あなたの実際の作業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質問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動画の内容について、30日間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期間中いつでも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ゴール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D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やり方が分かる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457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作業が1つ、実際に終わる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00" marR="9144000" marT="0" marB="0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819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順番に見てください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とばすと後半で困ります。とくに第2章で「任せる作業」を決めてから第3章に進むのが大事です。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8046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6324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99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見るだけでは身につきません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338328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第2章と第4章には、手を動かす回があります。動画を止めて、自分でやってから先に進んでください。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用意していただくもの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73736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パソコン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 / Mac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どちらでも大丈夫です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73552" y="1463040"/>
            <a:ext cx="2505456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9584" y="173736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9584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Claudeのアプリ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29584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入れ方は第3章でやります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98464" y="1463040"/>
            <a:ext cx="2505456" cy="210312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7373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AIの利用料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254496" y="26974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受講料とは別に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月に数千円ほどかかります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AIの利用料は、受講料に含まれません。無料で試せる範囲もあります。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F1D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質問サポートについて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5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30日間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78608" y="146304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1488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61488" y="19659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5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08576" y="146304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1456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91456" y="19659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5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平日3営業日以内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38544" y="1463040"/>
            <a:ext cx="181051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16276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21424" y="196596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457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動画の内容について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8046720" cy="91440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632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あなたの業務そのものをどう設計するかというご相談は、伴走プランの範囲になります。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では、始めましょう。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第1章  仕事でAIを使うための基礎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第0章 この講座で、どこまでやるか</dc:title>
  <dc:subject>PptxGenJS Presentation</dc:subject>
  <dc:creator>シクミAIコンサル</dc:creator>
  <cp:lastModifiedBy>シクミAIコンサル</cp:lastModifiedBy>
  <cp:revision>1</cp:revision>
  <dcterms:created xsi:type="dcterms:W3CDTF">2026-08-20T07:33:34Z</dcterms:created>
  <dcterms:modified xsi:type="dcterms:W3CDTF">2026-08-20T07:33:34Z</dcterms:modified>
</cp:coreProperties>
</file>