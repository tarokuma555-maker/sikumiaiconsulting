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この章の勝敗を分けるのは「環境がローカルになっているか」の1点です。間違えるとエラーは出ず、原因の分かりにくい形で失敗します。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【3-1】Claude Codeを使う前に、ひとつだけ知っておいてほしいことがあります。Claudeには「どこで動くか」の設定があります。
この講座でやりたいのは、あなたのパソコンにある、毎週の面倒な作業を楽にすること。なので使うのはローカルだけです。ここを間違えると、何をやっても動きません。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【3-1 / 3-4】見分け方は、入力欄のすぐ上のボタンです。いちばん左が「ローカル」になっていれば正解で、次に選ぶのはフォルダ。
環境名とリポジトリ名とブランチ名が並んでいたら、それはクラウドです。
※ ブラウザでclaude.aiを開くやり方もありますが、そちらはクラウドしか選べません。この講座では使いません。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【3-4】フォルダ選びにもコツがあります。いきなり「書類」フォルダ全体を選ばないでください。まずは、練習用のフォルダを1つ作るところから始めましょう。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【3-7】安全に使うために、4つだけ守ってください。
ひとつ。大事なフォルダを丸ごと選ばない。
ふたつ。「いらないものを消して」と頼まない。何がいらないかを決めるのは判断です。
みっつ。大事なファイルは、先にコピーを取る。
よっつ。許可を求める画面が出たら、読む。
※ 収録前に、許可の設定を初期状態(聞いてくる設定)に戻すこと。「自動」のままだと許可画面が出ず、この回が撮れません。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【3-8】最後に、うまくいかないときの確認手順です。上から順に見てください。
ここまでやってもダメなときは、ご質問ください。この5つのどこまで試したかを書いて送っていただけると、こちらもすぐ答えられます。
※ このスライドは画像でも配ること。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【3-8】次の章から、第2章で選んだ作業を実際にやってみます。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E8A3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シクミAIコンサル / 講座プラン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第3章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2359152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Codeを使えるようにする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「どこで動くか」の設定があります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9136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719072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" y="2267712"/>
            <a:ext cx="3438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" y="2871216"/>
            <a:ext cx="34381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あなたのパソコンの中で動きます。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だから、あなたのフォルダの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ファイルを読み書きできます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81728" y="1463040"/>
            <a:ext cx="39136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19472" y="1719072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19472" y="2267712"/>
            <a:ext cx="3438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クラウド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19472" y="2871216"/>
            <a:ext cx="34381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向こうにある別のマシンで動きます。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あなたのパソコンの中には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一切触れません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8046720" cy="640080"/>
          </a:xfrm>
          <a:prstGeom prst="rect">
            <a:avLst/>
          </a:prstGeom>
          <a:solidFill>
            <a:srgbClr val="FFF6E6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97764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5B0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この講座で使うのは「ローカル」だけです。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見分け方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入力欄のすぐ上、いちばん左のボタンを見てください。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960120"/>
          </a:xfrm>
          <a:prstGeom prst="rect">
            <a:avLst/>
          </a:prstGeom>
          <a:solidFill>
            <a:srgbClr val="FFF6E6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「ローカル」と出ていれば正解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663440" y="17830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5B0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次に選ぶのは「フォルダ」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8046720" cy="960120"/>
          </a:xfrm>
          <a:prstGeom prst="rect">
            <a:avLst/>
          </a:prstGeom>
          <a:solidFill>
            <a:srgbClr val="1A2942"/>
          </a:solidFill>
          <a:ln w="12700">
            <a:solidFill>
              <a:srgbClr val="2C4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9260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環境名 + リポジトリ名 + ブランチ名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29260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D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それはクラウドです。切り替えてください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フォルダは、練習用を1つ作るところから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8046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82496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51790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いきなり「書類」フォルダ全体を選ばない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71600" y="184708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範囲が広すぎると、関係ないファイルまで見えてしまいます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046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88336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88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52374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デスクトップに「AI練習」フォルダを作る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71600" y="285292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この講座では、しばらくこのフォルダだけを使います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8046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694176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52958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中にファイルを2〜3個入れておく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371600" y="385876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練習用の中身は、こちらで用意したものを使ってください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やってはいけないこと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046720" cy="585216"/>
          </a:xfrm>
          <a:prstGeom prst="rect">
            <a:avLst/>
          </a:prstGeom>
          <a:solidFill>
            <a:srgbClr val="1A2942"/>
          </a:solidFill>
          <a:ln w="12700">
            <a:solidFill>
              <a:srgbClr val="2C42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087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417320"/>
            <a:ext cx="704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大事なフォルダを丸ごと選ばない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8046720" cy="585216"/>
          </a:xfrm>
          <a:prstGeom prst="rect">
            <a:avLst/>
          </a:prstGeom>
          <a:solidFill>
            <a:srgbClr val="1A2942"/>
          </a:solidFill>
          <a:ln w="12700">
            <a:solidFill>
              <a:srgbClr val="2C42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945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103120"/>
            <a:ext cx="704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「いらないものを消して」と頼まない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8046720" cy="585216"/>
          </a:xfrm>
          <a:prstGeom prst="rect">
            <a:avLst/>
          </a:prstGeom>
          <a:solidFill>
            <a:srgbClr val="1A2942"/>
          </a:solidFill>
          <a:ln w="12700">
            <a:solidFill>
              <a:srgbClr val="2C42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8803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788920"/>
            <a:ext cx="704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大事なファイルは、先にコピーを取る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8046720" cy="585216"/>
          </a:xfrm>
          <a:prstGeom prst="rect">
            <a:avLst/>
          </a:prstGeom>
          <a:solidFill>
            <a:srgbClr val="1A2942"/>
          </a:solidFill>
          <a:ln w="12700">
            <a:solidFill>
              <a:srgbClr val="2C42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661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474720"/>
            <a:ext cx="704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許可を求める画面が出たら、読む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A3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とくに4つめ。「毎回自動で許可」にすると聞かれなくなります。慣れるまでは聞かれる設定のままで。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うまくいかないとき、上から順に見る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36192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左端は「ローカル」になっていますか(ここが9割)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76272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1031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フォルダは正しいものが選ばれていますか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816352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7432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ファイルは、そのフォルダの中にありますか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456432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456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3832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頼み方に3つ入っていますか(何を・どうしてほしいか・どんな形で)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096512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096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0233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それでもダメなら、新しく始め直す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783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動く状態になりました。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246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E8A3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第4章  ひな形を使って、1つ作ってみる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Claude Codeを使えるようにする</dc:title>
  <dc:subject>PptxGenJS Presentation</dc:subject>
  <dc:creator>シクミAIコンサル</dc:creator>
  <cp:lastModifiedBy>シクミAIコンサル</cp:lastModifiedBy>
  <cp:revision>1</cp:revision>
  <dcterms:created xsi:type="dcterms:W3CDTF">2026-08-20T07:48:31Z</dcterms:created>
  <dcterms:modified xsi:type="dcterms:W3CDTF">2026-08-20T07:48:31Z</dcterms:modified>
</cp:coreProperties>
</file>